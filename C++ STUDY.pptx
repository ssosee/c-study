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3870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5754C-D727-4A82-B6B2-DFC291592558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F16581-4DE5-48C7-9DE2-72F6596CB1B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554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8229600" cy="536145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2020-04-17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kcoder.tistory.com/entry/C-cout-%EC%9D%98-%EB%AA%A8%EB%93%A0-%EA%B2%83-%EC%82%AC%EC%9A%A9%EB%B2%95-%EC%86%8C%EC%88%98%EC%A0%90-%EC%B6%9C%EB%A0%A5%EC%96%91%EC%8B%9D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열혈강의  </a:t>
            </a:r>
            <a:r>
              <a:rPr lang="en-US" altLang="ko-KR" dirty="0"/>
              <a:t>C</a:t>
            </a:r>
            <a:r>
              <a:rPr lang="en-US" altLang="ko-KR" dirty="0" smtClean="0"/>
              <a:t>++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20.04.17 ~ 20.04.24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95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dirty="0" err="1" smtClean="0"/>
              <a:t>자료형과</a:t>
            </a:r>
            <a:r>
              <a:rPr lang="ko-KR" altLang="en-US" dirty="0" smtClean="0"/>
              <a:t> 연산자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err="1" smtClean="0"/>
              <a:t>조건문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반복문</a:t>
            </a:r>
            <a:r>
              <a:rPr lang="en-US" altLang="ko-KR" dirty="0" smtClean="0"/>
              <a:t>, </a:t>
            </a:r>
            <a:r>
              <a:rPr lang="ko-KR" altLang="en-US" dirty="0" smtClean="0"/>
              <a:t>네임스페이스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고급변수 사용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포인터와 관련하여 메모리 바라보기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논리적 자료 표현 </a:t>
            </a:r>
            <a:r>
              <a:rPr lang="en-US" altLang="ko-KR" dirty="0" smtClean="0"/>
              <a:t>: </a:t>
            </a:r>
            <a:r>
              <a:rPr lang="ko-KR" altLang="en-US" dirty="0" smtClean="0"/>
              <a:t>구조체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함수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중간정리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객체와 클래스</a:t>
            </a:r>
            <a:r>
              <a:rPr lang="en-US" altLang="ko-KR" dirty="0" smtClean="0"/>
              <a:t>(</a:t>
            </a:r>
            <a:r>
              <a:rPr lang="ko-KR" altLang="en-US" dirty="0" smtClean="0"/>
              <a:t>기본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객체와 클래스</a:t>
            </a:r>
            <a:r>
              <a:rPr lang="en-US" altLang="ko-KR" dirty="0" smtClean="0"/>
              <a:t>(</a:t>
            </a:r>
            <a:r>
              <a:rPr lang="ko-KR" altLang="en-US" dirty="0" smtClean="0"/>
              <a:t>고급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문자열 클래스와 파일 클래스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상속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상속</a:t>
            </a:r>
            <a:r>
              <a:rPr lang="en-US" altLang="ko-KR" dirty="0" smtClean="0"/>
              <a:t>: </a:t>
            </a:r>
            <a:r>
              <a:rPr lang="ko-KR" altLang="en-US" dirty="0" smtClean="0"/>
              <a:t>고급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연산자 오버로딩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예외 처리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템플</a:t>
            </a:r>
            <a:r>
              <a:rPr lang="ko-KR" altLang="en-US" dirty="0"/>
              <a:t>릿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6409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 smtClean="0"/>
              <a:t>자료형에</a:t>
            </a:r>
            <a:r>
              <a:rPr lang="ko-KR" altLang="en-US" dirty="0" smtClean="0"/>
              <a:t> 따라 데이터의 표현 방법과 연산 결과가 달라진다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정수 연산 정수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</a:t>
            </a:r>
          </a:p>
          <a:p>
            <a:r>
              <a:rPr lang="ko-KR" altLang="en-US" dirty="0" smtClean="0"/>
              <a:t>정수변수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(2), </a:t>
            </a:r>
            <a:r>
              <a:rPr lang="ko-KR" altLang="en-US" dirty="0" smtClean="0"/>
              <a:t>배정도 변수 </a:t>
            </a:r>
            <a:r>
              <a:rPr lang="en-US" altLang="ko-KR" dirty="0" smtClean="0"/>
              <a:t>+ 0.000000(2.000000)</a:t>
            </a:r>
          </a:p>
          <a:p>
            <a:endParaRPr lang="en-US" altLang="ko-KR" dirty="0"/>
          </a:p>
          <a:p>
            <a:r>
              <a:rPr lang="ko-KR" altLang="en-US" dirty="0" smtClean="0"/>
              <a:t>정수 연산 배정도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배정도</a:t>
            </a:r>
            <a:r>
              <a:rPr lang="en-US" altLang="ko-KR" dirty="0" smtClean="0"/>
              <a:t>(2.500000)</a:t>
            </a:r>
          </a:p>
          <a:p>
            <a:r>
              <a:rPr lang="ko-KR" altLang="en-US" dirty="0" smtClean="0"/>
              <a:t>정수변수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(2), </a:t>
            </a:r>
            <a:r>
              <a:rPr lang="ko-KR" altLang="en-US" dirty="0" smtClean="0"/>
              <a:t>배정도 변수 </a:t>
            </a:r>
            <a:r>
              <a:rPr lang="en-US" altLang="ko-KR" dirty="0" smtClean="0"/>
              <a:t>-&gt; </a:t>
            </a:r>
            <a:r>
              <a:rPr lang="en-US" altLang="ko-KR" dirty="0" smtClean="0"/>
              <a:t>2.500000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형식을 지정해주는 멤버함수</a:t>
            </a:r>
            <a:endParaRPr lang="en-US" altLang="ko-KR" dirty="0" smtClean="0"/>
          </a:p>
          <a:p>
            <a:r>
              <a:rPr lang="en-US" altLang="ko-KR" dirty="0" err="1" smtClean="0"/>
              <a:t>cout.self</a:t>
            </a:r>
            <a:r>
              <a:rPr lang="en-US" altLang="ko-KR" dirty="0" smtClean="0"/>
              <a:t>(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);</a:t>
            </a:r>
          </a:p>
          <a:p>
            <a:r>
              <a:rPr lang="en-US" altLang="ko-KR" dirty="0" err="1" smtClean="0"/>
              <a:t>cout.self</a:t>
            </a:r>
            <a:r>
              <a:rPr lang="en-US" altLang="ko-KR" dirty="0" smtClean="0"/>
              <a:t>(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);</a:t>
            </a:r>
            <a:endParaRPr lang="en-US" altLang="ko-KR" dirty="0"/>
          </a:p>
          <a:p>
            <a:r>
              <a:rPr lang="en-US" altLang="ko-KR" sz="600" dirty="0">
                <a:hlinkClick r:id="rId2"/>
              </a:rPr>
              <a:t>https://kcoder.tistory.com/entry/C-cout-%EC%9D%98-%EB%AA%A8%EB%93%A0-%EA%B2%83-%EC%82%AC%EC%9A%A9%EB%B2%95-%EC%86%8C%EC%88%98%EC%A0%90-%</a:t>
            </a:r>
            <a:r>
              <a:rPr lang="en-US" altLang="ko-KR" sz="600" dirty="0" smtClean="0">
                <a:hlinkClick r:id="rId2"/>
              </a:rPr>
              <a:t>EC%B6%9C%EB%A0%A5%EC%96%91%EC%8B%9D</a:t>
            </a:r>
            <a:endParaRPr lang="en-US" altLang="ko-KR" sz="600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소수점이 있는 상수는 배정도형을 기본으로 취함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err="1" smtClean="0"/>
              <a:t>static_cast</a:t>
            </a:r>
            <a:r>
              <a:rPr lang="en-US" altLang="ko-KR" dirty="0" smtClean="0"/>
              <a:t>&lt;float&gt;(a) //</a:t>
            </a:r>
            <a:r>
              <a:rPr lang="ko-KR" altLang="en-US" dirty="0" err="1" smtClean="0"/>
              <a:t>형변환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133633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런타임 에러</a:t>
            </a:r>
            <a:endParaRPr lang="en-US" altLang="ko-KR" dirty="0" smtClean="0"/>
          </a:p>
          <a:p>
            <a:r>
              <a:rPr lang="ko-KR" altLang="en-US" dirty="0" smtClean="0"/>
              <a:t>문법 측면에서 문제가 없으나 </a:t>
            </a:r>
            <a:r>
              <a:rPr lang="ko-KR" altLang="en-US" u="sng" dirty="0" smtClean="0"/>
              <a:t>변수의 초기값 또는 잘못 할당된 기억공간 때문에</a:t>
            </a:r>
            <a:r>
              <a:rPr lang="ko-KR" altLang="en-US" dirty="0" smtClean="0"/>
              <a:t> 프로그램 실행 중에 잘못된 메모리 참조나 논리적 오류가 발생하는 에러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0</a:t>
            </a:r>
            <a:r>
              <a:rPr lang="ko-KR" altLang="en-US" dirty="0" smtClean="0"/>
              <a:t>이 아닌 모든 수는 </a:t>
            </a:r>
            <a:r>
              <a:rPr lang="en-US" altLang="ko-KR" dirty="0" smtClean="0"/>
              <a:t>TRUE</a:t>
            </a:r>
          </a:p>
          <a:p>
            <a:endParaRPr lang="en-US" altLang="ko-KR" dirty="0"/>
          </a:p>
          <a:p>
            <a:r>
              <a:rPr lang="ko-KR" altLang="en-US" dirty="0" smtClean="0"/>
              <a:t>총 </a:t>
            </a:r>
            <a:r>
              <a:rPr lang="en-US" altLang="ko-KR" dirty="0" smtClean="0"/>
              <a:t>32</a:t>
            </a:r>
            <a:r>
              <a:rPr lang="ko-KR" altLang="en-US" dirty="0" smtClean="0"/>
              <a:t>비트에서 </a:t>
            </a:r>
            <a:r>
              <a:rPr lang="en-US" altLang="ko-KR" dirty="0" smtClean="0"/>
              <a:t>0</a:t>
            </a:r>
            <a:r>
              <a:rPr lang="ko-KR" altLang="en-US" dirty="0" smtClean="0"/>
              <a:t>번째 비트가 </a:t>
            </a:r>
            <a:r>
              <a:rPr lang="en-US" altLang="ko-KR" dirty="0" smtClean="0"/>
              <a:t>0</a:t>
            </a:r>
            <a:r>
              <a:rPr lang="ko-KR" altLang="en-US" dirty="0" smtClean="0"/>
              <a:t>이면 양수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이면 음수</a:t>
            </a:r>
            <a:endParaRPr lang="en-US" altLang="ko-KR" dirty="0" smtClean="0"/>
          </a:p>
          <a:p>
            <a:r>
              <a:rPr lang="en-US" altLang="ko-KR" dirty="0" smtClean="0"/>
              <a:t>ex) edcba987 -&gt; </a:t>
            </a:r>
            <a:r>
              <a:rPr lang="ko-KR" altLang="en-US" dirty="0" smtClean="0"/>
              <a:t>처음 </a:t>
            </a:r>
            <a:r>
              <a:rPr lang="en-US" altLang="ko-KR" dirty="0" smtClean="0"/>
              <a:t>4</a:t>
            </a:r>
            <a:r>
              <a:rPr lang="ko-KR" altLang="en-US" dirty="0" smtClean="0"/>
              <a:t>비트의 값이 </a:t>
            </a:r>
            <a:r>
              <a:rPr lang="en-US" altLang="ko-KR" dirty="0" smtClean="0"/>
              <a:t>e -&gt; 1110 -&gt; </a:t>
            </a:r>
            <a:r>
              <a:rPr lang="ko-KR" altLang="en-US" dirty="0" smtClean="0"/>
              <a:t>음수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47769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3754760" cy="5361459"/>
          </a:xfrm>
        </p:spPr>
        <p:txBody>
          <a:bodyPr/>
          <a:lstStyle/>
          <a:p>
            <a:r>
              <a:rPr lang="en-US" altLang="ko-KR" dirty="0" smtClean="0"/>
              <a:t>switch(</a:t>
            </a:r>
            <a:r>
              <a:rPr lang="ko-KR" altLang="en-US" dirty="0" err="1" smtClean="0"/>
              <a:t>상수값</a:t>
            </a:r>
            <a:r>
              <a:rPr lang="en-US" altLang="ko-KR" dirty="0" smtClean="0"/>
              <a:t>){</a:t>
            </a:r>
          </a:p>
          <a:p>
            <a:r>
              <a:rPr lang="en-US" altLang="ko-KR" dirty="0" smtClean="0"/>
              <a:t>case </a:t>
            </a:r>
            <a:r>
              <a:rPr lang="ko-KR" altLang="en-US" dirty="0" smtClean="0"/>
              <a:t>조건 결과 </a:t>
            </a:r>
            <a:r>
              <a:rPr lang="en-US" altLang="ko-KR" dirty="0" smtClean="0"/>
              <a:t>1:</a:t>
            </a:r>
          </a:p>
          <a:p>
            <a:r>
              <a:rPr lang="en-US" altLang="ko-KR" dirty="0"/>
              <a:t>case </a:t>
            </a:r>
            <a:r>
              <a:rPr lang="ko-KR" altLang="en-US" dirty="0"/>
              <a:t>조건 결과 </a:t>
            </a:r>
            <a:r>
              <a:rPr lang="en-US" altLang="ko-KR" dirty="0" smtClean="0"/>
              <a:t>2:</a:t>
            </a:r>
          </a:p>
          <a:p>
            <a:r>
              <a:rPr lang="en-US" altLang="ko-KR" dirty="0"/>
              <a:t>case </a:t>
            </a:r>
            <a:r>
              <a:rPr lang="ko-KR" altLang="en-US" dirty="0"/>
              <a:t>조건 결과 </a:t>
            </a:r>
            <a:r>
              <a:rPr lang="en-US" altLang="ko-KR" dirty="0" smtClean="0"/>
              <a:t>3:</a:t>
            </a:r>
          </a:p>
          <a:p>
            <a:r>
              <a:rPr lang="en-US" altLang="ko-KR" dirty="0" smtClean="0"/>
              <a:t>default;</a:t>
            </a:r>
          </a:p>
          <a:p>
            <a:r>
              <a:rPr lang="en-US" altLang="ko-KR" dirty="0" smtClean="0"/>
              <a:t>}</a:t>
            </a:r>
          </a:p>
          <a:p>
            <a:endParaRPr lang="en-US" altLang="ko-KR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499992" y="764704"/>
            <a:ext cx="4042792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switch(sum/30){</a:t>
            </a:r>
          </a:p>
          <a:p>
            <a:r>
              <a:rPr lang="en-US" altLang="ko-KR" dirty="0" smtClean="0"/>
              <a:t>case 1:</a:t>
            </a:r>
          </a:p>
          <a:p>
            <a:r>
              <a:rPr lang="en-US" altLang="ko-KR" dirty="0" smtClean="0"/>
              <a:t>sum += 1;</a:t>
            </a:r>
          </a:p>
          <a:p>
            <a:r>
              <a:rPr lang="en-US" altLang="ko-KR" dirty="0" smtClean="0"/>
              <a:t>break;</a:t>
            </a:r>
          </a:p>
          <a:p>
            <a:r>
              <a:rPr lang="en-US" altLang="ko-KR" dirty="0" smtClean="0"/>
              <a:t>case 2:</a:t>
            </a:r>
          </a:p>
          <a:p>
            <a:r>
              <a:rPr lang="en-US" altLang="ko-KR" dirty="0" smtClean="0"/>
              <a:t>sum += 2;</a:t>
            </a:r>
          </a:p>
          <a:p>
            <a:r>
              <a:rPr lang="en-US" altLang="ko-KR" dirty="0" smtClean="0"/>
              <a:t>break;</a:t>
            </a:r>
          </a:p>
          <a:p>
            <a:r>
              <a:rPr lang="en-US" altLang="ko-KR" dirty="0" smtClean="0"/>
              <a:t>default : </a:t>
            </a:r>
          </a:p>
          <a:p>
            <a:r>
              <a:rPr lang="en-US" altLang="ko-KR" dirty="0" smtClean="0"/>
              <a:t>sum =10;</a:t>
            </a:r>
          </a:p>
          <a:p>
            <a:r>
              <a:rPr lang="en-US" altLang="ko-KR" dirty="0" smtClean="0"/>
              <a:t>}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033021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반복문</a:t>
            </a:r>
            <a:endParaRPr lang="en-US" altLang="ko-KR" dirty="0" smtClean="0"/>
          </a:p>
          <a:p>
            <a:r>
              <a:rPr lang="en-US" altLang="ko-KR" dirty="0" smtClean="0"/>
              <a:t>for(</a:t>
            </a:r>
            <a:r>
              <a:rPr lang="ko-KR" altLang="en-US" b="1" dirty="0" smtClean="0"/>
              <a:t>초기화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조건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증감</a:t>
            </a:r>
            <a:r>
              <a:rPr lang="en-US" altLang="ko-KR" dirty="0" smtClean="0"/>
              <a:t>)</a:t>
            </a:r>
          </a:p>
          <a:p>
            <a:r>
              <a:rPr lang="ko-KR" altLang="en-US" dirty="0" smtClean="0"/>
              <a:t>실행</a:t>
            </a:r>
            <a:r>
              <a:rPr lang="ko-KR" altLang="en-US" dirty="0" smtClean="0"/>
              <a:t>코드</a:t>
            </a:r>
            <a:r>
              <a:rPr lang="en-US" altLang="ko-KR" dirty="0" smtClean="0"/>
              <a:t>;</a:t>
            </a:r>
          </a:p>
          <a:p>
            <a:r>
              <a:rPr lang="ko-KR" altLang="en-US" dirty="0" smtClean="0"/>
              <a:t>순서</a:t>
            </a:r>
            <a:endParaRPr lang="en-US" altLang="ko-KR" dirty="0" smtClean="0"/>
          </a:p>
          <a:p>
            <a:r>
              <a:rPr lang="ko-KR" altLang="en-US" dirty="0" smtClean="0"/>
              <a:t>초기화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…</a:t>
            </a:r>
          </a:p>
          <a:p>
            <a:endParaRPr lang="en-US" altLang="ko-KR" dirty="0" smtClean="0"/>
          </a:p>
          <a:p>
            <a:r>
              <a:rPr lang="ko-KR" altLang="en-US" b="1" dirty="0" smtClean="0"/>
              <a:t>제어변수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반복변수</a:t>
            </a:r>
            <a:r>
              <a:rPr lang="en-US" altLang="ko-KR" b="1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반복문의 횟수를 결정 하는 변수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조건 부분이 생략된 경우 무조건 참으로 간주</a:t>
            </a:r>
            <a:endParaRPr lang="en-US" altLang="ko-KR" dirty="0" smtClean="0"/>
          </a:p>
          <a:p>
            <a:r>
              <a:rPr lang="en-US" altLang="ko-KR" dirty="0" smtClean="0"/>
              <a:t>for(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I = 1; ; </a:t>
            </a:r>
            <a:r>
              <a:rPr lang="en-US" altLang="ko-KR" dirty="0" err="1" smtClean="0"/>
              <a:t>i</a:t>
            </a:r>
            <a:r>
              <a:rPr lang="en-US" altLang="ko-KR" dirty="0" smtClean="0"/>
              <a:t>++)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96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do{</a:t>
            </a:r>
          </a:p>
          <a:p>
            <a:r>
              <a:rPr lang="ko-KR" altLang="en-US" dirty="0" smtClean="0"/>
              <a:t>실행할 코드</a:t>
            </a:r>
            <a:endParaRPr lang="en-US" altLang="ko-KR" dirty="0" smtClean="0"/>
          </a:p>
          <a:p>
            <a:r>
              <a:rPr lang="en-US" altLang="ko-KR" dirty="0" smtClean="0"/>
              <a:t>} while(</a:t>
            </a:r>
            <a:r>
              <a:rPr lang="ko-KR" altLang="en-US" dirty="0" err="1" smtClean="0"/>
              <a:t>조건문</a:t>
            </a:r>
            <a:r>
              <a:rPr lang="en-US" altLang="ko-KR" dirty="0" smtClean="0"/>
              <a:t>);</a:t>
            </a:r>
          </a:p>
          <a:p>
            <a:r>
              <a:rPr lang="en-US" altLang="ko-KR" dirty="0" smtClean="0"/>
              <a:t>	</a:t>
            </a:r>
            <a:r>
              <a:rPr lang="ko-KR" altLang="en-US" dirty="0" smtClean="0"/>
              <a:t>실행할 코드 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번은 무조건 실행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smtClean="0"/>
              <a:t>continue;</a:t>
            </a:r>
          </a:p>
          <a:p>
            <a:r>
              <a:rPr lang="ko-KR" altLang="en-US" dirty="0" smtClean="0"/>
              <a:t>실행코드</a:t>
            </a:r>
            <a:r>
              <a:rPr lang="en-US" altLang="ko-KR" dirty="0" smtClean="0"/>
              <a:t>;</a:t>
            </a:r>
          </a:p>
          <a:p>
            <a:r>
              <a:rPr lang="ko-KR" altLang="en-US" dirty="0" smtClean="0"/>
              <a:t>실행코드를 실행하지 않고 건너 뜀</a:t>
            </a:r>
            <a:r>
              <a:rPr lang="en-US" altLang="ko-KR" dirty="0" smtClean="0"/>
              <a:t>.(</a:t>
            </a:r>
            <a:r>
              <a:rPr lang="ko-KR" altLang="en-US" dirty="0" err="1" smtClean="0"/>
              <a:t>반복문</a:t>
            </a:r>
            <a:r>
              <a:rPr lang="ko-KR" altLang="en-US" dirty="0" smtClean="0"/>
              <a:t> 처음으로 감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while(</a:t>
            </a:r>
            <a:r>
              <a:rPr lang="en-US" altLang="ko-KR" dirty="0" err="1" smtClean="0"/>
              <a:t>i</a:t>
            </a:r>
            <a:r>
              <a:rPr lang="en-US" altLang="ko-KR" dirty="0" smtClean="0"/>
              <a:t>&lt;5){</a:t>
            </a:r>
          </a:p>
          <a:p>
            <a:pPr lvl="1"/>
            <a:r>
              <a:rPr lang="en-US" altLang="ko-KR" sz="1800" dirty="0" smtClean="0"/>
              <a:t>if(i%2 == 0){</a:t>
            </a:r>
          </a:p>
          <a:p>
            <a:pPr lvl="1"/>
            <a:r>
              <a:rPr lang="en-US" altLang="ko-KR" sz="1800" dirty="0" smtClean="0"/>
              <a:t>continue;</a:t>
            </a:r>
          </a:p>
          <a:p>
            <a:pPr lvl="1"/>
            <a:r>
              <a:rPr lang="en-US" altLang="ko-KR" sz="1800" dirty="0" smtClean="0"/>
              <a:t>}</a:t>
            </a:r>
          </a:p>
          <a:p>
            <a:r>
              <a:rPr lang="en-US" altLang="ko-KR" dirty="0" err="1" smtClean="0"/>
              <a:t>cout</a:t>
            </a:r>
            <a:r>
              <a:rPr lang="en-US" altLang="ko-KR" dirty="0" smtClean="0"/>
              <a:t> &lt;&lt; “</a:t>
            </a:r>
            <a:r>
              <a:rPr lang="ko-KR" altLang="en-US" dirty="0" smtClean="0"/>
              <a:t>소수다 나는</a:t>
            </a:r>
            <a:r>
              <a:rPr lang="en-US" altLang="ko-KR" dirty="0" smtClean="0"/>
              <a:t>!”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r>
              <a:rPr lang="en-US" altLang="ko-KR" dirty="0"/>
              <a:t>}</a:t>
            </a:r>
            <a:endParaRPr lang="en-US" altLang="ko-KR" dirty="0" smtClean="0"/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2051720" y="4590256"/>
            <a:ext cx="936104" cy="0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V="1">
            <a:off x="2983582" y="3933056"/>
            <a:ext cx="4242" cy="64807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1691680" y="3933056"/>
            <a:ext cx="1291902" cy="0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55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44008" y="732173"/>
            <a:ext cx="4042792" cy="5361459"/>
          </a:xfrm>
        </p:spPr>
        <p:txBody>
          <a:bodyPr/>
          <a:lstStyle/>
          <a:p>
            <a:r>
              <a:rPr lang="en-US" altLang="ko-KR" dirty="0" smtClean="0"/>
              <a:t>C++</a:t>
            </a:r>
            <a:r>
              <a:rPr lang="ko-KR" altLang="en-US" dirty="0"/>
              <a:t> </a:t>
            </a:r>
            <a:r>
              <a:rPr lang="ko-KR" altLang="en-US" dirty="0" smtClean="0"/>
              <a:t>프로그램은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범위 단위에서 크게 </a:t>
            </a:r>
            <a:r>
              <a:rPr lang="ko-KR" altLang="en-US" dirty="0" err="1" smtClean="0"/>
              <a:t>선언부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ko-KR" altLang="en-US" dirty="0" err="1"/>
              <a:t>동</a:t>
            </a:r>
            <a:r>
              <a:rPr lang="ko-KR" altLang="en-US" dirty="0" err="1" smtClean="0"/>
              <a:t>작부로</a:t>
            </a:r>
            <a:r>
              <a:rPr lang="ko-KR" altLang="en-US" dirty="0" smtClean="0"/>
              <a:t> 구분</a:t>
            </a:r>
            <a:endParaRPr lang="en-US" altLang="ko-KR" dirty="0" smtClean="0"/>
          </a:p>
          <a:p>
            <a:r>
              <a:rPr lang="ko-KR" altLang="en-US" dirty="0" smtClean="0"/>
              <a:t>파일 단위에서 </a:t>
            </a:r>
            <a:r>
              <a:rPr lang="ko-KR" altLang="en-US" dirty="0" err="1" smtClean="0"/>
              <a:t>동작부는</a:t>
            </a:r>
            <a:r>
              <a:rPr lang="ko-KR" altLang="en-US" dirty="0" smtClean="0"/>
              <a:t> 함수로 구성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/>
              <a:t>main()</a:t>
            </a:r>
            <a:r>
              <a:rPr lang="ko-KR" altLang="en-US" dirty="0"/>
              <a:t>에 포함 </a:t>
            </a:r>
            <a:r>
              <a:rPr lang="en-US" altLang="ko-KR" dirty="0"/>
              <a:t>X -&gt; </a:t>
            </a:r>
            <a:r>
              <a:rPr lang="ko-KR" altLang="en-US" dirty="0" err="1" smtClean="0"/>
              <a:t>선언부</a:t>
            </a:r>
            <a:endParaRPr lang="en-US" altLang="ko-KR" dirty="0"/>
          </a:p>
          <a:p>
            <a:r>
              <a:rPr lang="en-US" altLang="ko-KR" dirty="0" smtClean="0"/>
              <a:t>main()</a:t>
            </a:r>
            <a:r>
              <a:rPr lang="ko-KR" altLang="en-US" dirty="0" smtClean="0"/>
              <a:t>에 포함된 내용 </a:t>
            </a:r>
            <a:r>
              <a:rPr lang="en-US" altLang="ko-KR" dirty="0" smtClean="0"/>
              <a:t>-&gt; </a:t>
            </a:r>
            <a:r>
              <a:rPr lang="ko-KR" altLang="en-US" dirty="0" err="1" smtClean="0"/>
              <a:t>동작부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작성한 프로그램을 </a:t>
            </a:r>
            <a:r>
              <a:rPr lang="ko-KR" altLang="en-US" b="1" u="sng" dirty="0" smtClean="0"/>
              <a:t>실행 파일</a:t>
            </a:r>
            <a:r>
              <a:rPr lang="ko-KR" altLang="en-US" dirty="0" smtClean="0"/>
              <a:t>로 변환 하려면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프로젝트 내에 하나의 </a:t>
            </a:r>
            <a:r>
              <a:rPr lang="en-US" altLang="ko-KR" dirty="0" smtClean="0"/>
              <a:t>main()</a:t>
            </a:r>
            <a:r>
              <a:rPr lang="ko-KR" altLang="en-US" dirty="0" smtClean="0"/>
              <a:t>함수가 있어야 함</a:t>
            </a:r>
            <a:r>
              <a:rPr lang="en-US" altLang="ko-KR" dirty="0" smtClean="0"/>
              <a:t>.</a:t>
            </a:r>
            <a:endParaRPr lang="en-US" altLang="ko-KR" dirty="0" smtClean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835832"/>
            <a:ext cx="3895725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오른쪽 중괄호 4"/>
          <p:cNvSpPr/>
          <p:nvPr/>
        </p:nvSpPr>
        <p:spPr>
          <a:xfrm>
            <a:off x="2339752" y="835832"/>
            <a:ext cx="216024" cy="504056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오른쪽 중괄호 6"/>
          <p:cNvSpPr/>
          <p:nvPr/>
        </p:nvSpPr>
        <p:spPr>
          <a:xfrm>
            <a:off x="2343465" y="1484784"/>
            <a:ext cx="216024" cy="4494111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/>
          <p:nvPr/>
        </p:nvCxnSpPr>
        <p:spPr>
          <a:xfrm flipH="1" flipV="1">
            <a:off x="2555776" y="1160748"/>
            <a:ext cx="2088232" cy="104411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>
            <a:off x="2708176" y="2528900"/>
            <a:ext cx="1935832" cy="32403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7623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namespace</a:t>
            </a:r>
            <a:r>
              <a:rPr lang="ko-KR" altLang="en-US" dirty="0" smtClean="0"/>
              <a:t>의 개념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소속을 알리는 역할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using namespace </a:t>
            </a:r>
            <a:r>
              <a:rPr lang="en-US" altLang="ko-KR" dirty="0" err="1" smtClean="0"/>
              <a:t>std</a:t>
            </a:r>
            <a:r>
              <a:rPr lang="en-US" altLang="ko-KR" dirty="0" smtClean="0"/>
              <a:t>;</a:t>
            </a:r>
          </a:p>
          <a:p>
            <a:r>
              <a:rPr lang="en-US" altLang="ko-KR" dirty="0" err="1" smtClean="0"/>
              <a:t>std</a:t>
            </a:r>
            <a:r>
              <a:rPr lang="ko-KR" altLang="en-US" dirty="0" smtClean="0"/>
              <a:t>에 속한 내용을 사용할 것인데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소속을 알리지 </a:t>
            </a:r>
            <a:r>
              <a:rPr lang="ko-KR" altLang="en-US" dirty="0" smtClean="0"/>
              <a:t>않는</a:t>
            </a:r>
            <a:r>
              <a:rPr lang="ko-KR" altLang="en-US" dirty="0"/>
              <a:t>다</a:t>
            </a:r>
            <a:r>
              <a:rPr lang="ko-KR" altLang="en-US" dirty="0" smtClean="0"/>
              <a:t>면 </a:t>
            </a:r>
            <a:r>
              <a:rPr lang="en-US" altLang="ko-KR" dirty="0" err="1" smtClean="0"/>
              <a:t>std</a:t>
            </a:r>
            <a:r>
              <a:rPr lang="ko-KR" altLang="en-US" dirty="0" smtClean="0"/>
              <a:t>에 </a:t>
            </a:r>
            <a:r>
              <a:rPr lang="ko-KR" altLang="en-US" dirty="0" smtClean="0"/>
              <a:t>포함된 내용으로 간주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서로 다른 범위에 선언된 변수</a:t>
            </a:r>
            <a:endParaRPr lang="en-US" altLang="ko-KR" dirty="0" smtClean="0"/>
          </a:p>
          <a:p>
            <a:r>
              <a:rPr lang="ko-KR" altLang="en-US" dirty="0" smtClean="0"/>
              <a:t>같은 이름으로 선언된 변수를 </a:t>
            </a:r>
            <a:endParaRPr lang="en-US" altLang="ko-KR" dirty="0" smtClean="0"/>
          </a:p>
          <a:p>
            <a:r>
              <a:rPr lang="ko-KR" altLang="en-US" dirty="0" smtClean="0"/>
              <a:t>함께 사용하는 방법은</a:t>
            </a:r>
            <a:r>
              <a:rPr lang="en-US" altLang="ko-KR" dirty="0" smtClean="0"/>
              <a:t>? -&gt; namespace 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>!!(</a:t>
            </a:r>
            <a:r>
              <a:rPr lang="ko-KR" altLang="en-US" dirty="0" err="1" smtClean="0"/>
              <a:t>선언부에서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사용해야함</a:t>
            </a:r>
            <a:r>
              <a:rPr lang="en-US" altLang="ko-KR" dirty="0" smtClean="0"/>
              <a:t>.)</a:t>
            </a:r>
          </a:p>
          <a:p>
            <a:r>
              <a:rPr lang="en-US" altLang="ko-KR" dirty="0" smtClean="0"/>
              <a:t>namespace </a:t>
            </a:r>
            <a:r>
              <a:rPr lang="ko-KR" altLang="en-US" dirty="0" smtClean="0"/>
              <a:t>이름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ko-KR" altLang="en-US" dirty="0" smtClean="0"/>
              <a:t>  선언내용</a:t>
            </a:r>
            <a:r>
              <a:rPr lang="en-US" altLang="ko-KR" dirty="0" smtClean="0"/>
              <a:t>;</a:t>
            </a:r>
            <a:endParaRPr lang="en-US" altLang="ko-KR" dirty="0" smtClean="0"/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4" name="오른쪽 중괄호 3"/>
          <p:cNvSpPr/>
          <p:nvPr/>
        </p:nvSpPr>
        <p:spPr>
          <a:xfrm>
            <a:off x="2454253" y="4149080"/>
            <a:ext cx="216024" cy="1224136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 flipH="1">
            <a:off x="2915816" y="4077072"/>
            <a:ext cx="2592288" cy="648072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622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namespace</a:t>
            </a:r>
            <a:r>
              <a:rPr lang="ko-KR" altLang="en-US" dirty="0" smtClean="0"/>
              <a:t>에 선언된 내용을 사용하는 법</a:t>
            </a:r>
            <a:endParaRPr lang="en-US" altLang="ko-KR" dirty="0" smtClean="0"/>
          </a:p>
          <a:p>
            <a:r>
              <a:rPr lang="en-US" altLang="ko-KR" dirty="0" err="1" smtClean="0"/>
              <a:t>namesapce</a:t>
            </a:r>
            <a:r>
              <a:rPr lang="ko-KR" altLang="en-US" dirty="0" smtClean="0"/>
              <a:t>이름</a:t>
            </a:r>
            <a:r>
              <a:rPr lang="en-US" altLang="ko-KR" dirty="0" smtClean="0"/>
              <a:t>::</a:t>
            </a:r>
            <a:r>
              <a:rPr lang="ko-KR" altLang="en-US" dirty="0" smtClean="0"/>
              <a:t>멤버</a:t>
            </a:r>
            <a:endParaRPr lang="en-US" altLang="ko-KR" dirty="0" smtClean="0"/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namespace </a:t>
            </a:r>
            <a:r>
              <a:rPr lang="en-US" altLang="ko-KR" dirty="0" smtClean="0"/>
              <a:t>name</a:t>
            </a:r>
            <a:r>
              <a:rPr lang="en-US" altLang="ko-KR" dirty="0" smtClean="0"/>
              <a:t>{</a:t>
            </a:r>
          </a:p>
          <a:p>
            <a:r>
              <a:rPr lang="en-US" altLang="ko-KR" dirty="0" smtClean="0"/>
              <a:t>char* a = “</a:t>
            </a:r>
            <a:r>
              <a:rPr lang="ko-KR" altLang="en-US" dirty="0" smtClean="0"/>
              <a:t>세웅</a:t>
            </a:r>
            <a:r>
              <a:rPr lang="en-US" altLang="ko-KR" dirty="0" smtClean="0"/>
              <a:t>”;</a:t>
            </a:r>
          </a:p>
          <a:p>
            <a:r>
              <a:rPr lang="en-US" altLang="ko-KR" dirty="0" smtClean="0"/>
              <a:t>}</a:t>
            </a:r>
          </a:p>
          <a:p>
            <a:r>
              <a:rPr lang="en-US" altLang="ko-KR" dirty="0" err="1" smtClean="0"/>
              <a:t>cout</a:t>
            </a:r>
            <a:r>
              <a:rPr lang="en-US" altLang="ko-KR" dirty="0" smtClean="0"/>
              <a:t> &lt;&lt; name::a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using?</a:t>
            </a:r>
          </a:p>
          <a:p>
            <a:r>
              <a:rPr lang="ko-KR" altLang="en-US" dirty="0" smtClean="0"/>
              <a:t>여러 개의</a:t>
            </a:r>
            <a:r>
              <a:rPr lang="en-US" altLang="ko-KR" dirty="0"/>
              <a:t> </a:t>
            </a:r>
            <a:r>
              <a:rPr lang="en-US" altLang="ko-KR" dirty="0" smtClean="0"/>
              <a:t>namespace</a:t>
            </a:r>
            <a:r>
              <a:rPr lang="ko-KR" altLang="en-US" dirty="0" smtClean="0"/>
              <a:t>를 사용할 때 마다 </a:t>
            </a:r>
            <a:r>
              <a:rPr lang="en-US" altLang="ko-KR" dirty="0" err="1"/>
              <a:t>namesapce</a:t>
            </a:r>
            <a:r>
              <a:rPr lang="ko-KR" altLang="en-US" dirty="0"/>
              <a:t>이름</a:t>
            </a:r>
            <a:r>
              <a:rPr lang="en-US" altLang="ko-KR" dirty="0"/>
              <a:t>::</a:t>
            </a:r>
            <a:r>
              <a:rPr lang="ko-KR" altLang="en-US" dirty="0" smtClean="0"/>
              <a:t>멤버 하기 너무 귀찮다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따라서 </a:t>
            </a:r>
            <a:r>
              <a:rPr lang="en-US" altLang="ko-KR" dirty="0" smtClean="0"/>
              <a:t>using </a:t>
            </a:r>
            <a:r>
              <a:rPr lang="ko-KR" altLang="en-US" dirty="0" err="1" smtClean="0"/>
              <a:t>지시자를</a:t>
            </a:r>
            <a:r>
              <a:rPr lang="ko-KR" altLang="en-US" dirty="0" smtClean="0"/>
              <a:t> 사용한다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즉</a:t>
            </a:r>
            <a:r>
              <a:rPr lang="en-US" altLang="ko-KR" dirty="0" smtClean="0"/>
              <a:t>, name:: </a:t>
            </a:r>
            <a:r>
              <a:rPr lang="ko-KR" altLang="en-US" dirty="0" smtClean="0"/>
              <a:t>생략하겠다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using namespace name;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9459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76056" y="764704"/>
            <a:ext cx="3610744" cy="5361459"/>
          </a:xfrm>
        </p:spPr>
        <p:txBody>
          <a:bodyPr/>
          <a:lstStyle/>
          <a:p>
            <a:r>
              <a:rPr lang="ko-KR" altLang="en-US" dirty="0" smtClean="0"/>
              <a:t>단 같은 이름의 변수를 사용하면 </a:t>
            </a:r>
            <a:r>
              <a:rPr lang="ko-KR" altLang="en-US" dirty="0" err="1" smtClean="0"/>
              <a:t>안된다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사용하고 싶으면</a:t>
            </a:r>
            <a:endParaRPr lang="en-US" altLang="ko-KR" dirty="0" smtClean="0"/>
          </a:p>
          <a:p>
            <a:r>
              <a:rPr lang="en-US" altLang="ko-KR" dirty="0" smtClean="0"/>
              <a:t>NS_1::a </a:t>
            </a:r>
            <a:r>
              <a:rPr lang="ko-KR" altLang="en-US" dirty="0" smtClean="0"/>
              <a:t>이렇게 </a:t>
            </a:r>
            <a:r>
              <a:rPr lang="ko-KR" altLang="en-US" dirty="0" err="1" smtClean="0"/>
              <a:t>해야함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err="1" smtClean="0"/>
              <a:t>동작부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764704"/>
            <a:ext cx="4464496" cy="53285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타원 3"/>
          <p:cNvSpPr/>
          <p:nvPr/>
        </p:nvSpPr>
        <p:spPr>
          <a:xfrm>
            <a:off x="539552" y="2420888"/>
            <a:ext cx="2183035" cy="5040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3779912" y="4149080"/>
            <a:ext cx="360040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/>
          <p:cNvSpPr/>
          <p:nvPr/>
        </p:nvSpPr>
        <p:spPr>
          <a:xfrm>
            <a:off x="3491880" y="5013176"/>
            <a:ext cx="360040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>
            <a:endCxn id="6" idx="1"/>
          </p:cNvCxnSpPr>
          <p:nvPr/>
        </p:nvCxnSpPr>
        <p:spPr>
          <a:xfrm>
            <a:off x="2627784" y="2780928"/>
            <a:ext cx="1204855" cy="1410333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>
            <a:off x="2627784" y="2780928"/>
            <a:ext cx="1044116" cy="223224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>
            <a:off x="2843808" y="2564904"/>
            <a:ext cx="2232248" cy="108012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648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23402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3973</TotalTime>
  <Words>514</Words>
  <Application>Microsoft Office PowerPoint</Application>
  <PresentationFormat>화면 슬라이드 쇼(4:3)</PresentationFormat>
  <Paragraphs>130</Paragraphs>
  <Slides>12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3" baseType="lpstr">
      <vt:lpstr>Office 테마</vt:lpstr>
      <vt:lpstr>열혈강의  C++</vt:lpstr>
      <vt:lpstr>목차</vt:lpstr>
      <vt:lpstr>2장</vt:lpstr>
      <vt:lpstr>2장</vt:lpstr>
      <vt:lpstr>3장</vt:lpstr>
      <vt:lpstr>3장</vt:lpstr>
      <vt:lpstr>3장</vt:lpstr>
      <vt:lpstr>3장</vt:lpstr>
      <vt:lpstr>3장</vt:lpstr>
      <vt:lpstr>3장</vt:lpstr>
      <vt:lpstr>3장</vt:lpstr>
      <vt:lpstr>4장</vt:lpstr>
    </vt:vector>
  </TitlesOfParts>
  <Company>R&amp;D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열혈강의  C++</dc:title>
  <dc:creator>Microsoft Corporation</dc:creator>
  <cp:lastModifiedBy>USER</cp:lastModifiedBy>
  <cp:revision>23</cp:revision>
  <dcterms:created xsi:type="dcterms:W3CDTF">2006-10-05T04:04:58Z</dcterms:created>
  <dcterms:modified xsi:type="dcterms:W3CDTF">2020-04-20T03:16:36Z</dcterms:modified>
</cp:coreProperties>
</file>